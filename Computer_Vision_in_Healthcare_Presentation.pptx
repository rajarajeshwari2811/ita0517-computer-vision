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4" r:id="rId5"/>
    <p:sldId id="258" r:id="rId6"/>
    <p:sldId id="263" r:id="rId7"/>
    <p:sldId id="259" r:id="rId8"/>
    <p:sldId id="260" r:id="rId9"/>
    <p:sldId id="261" r:id="rId10"/>
    <p:sldId id="262" r:id="rId11"/>
  </p:sldIdLst>
  <p:sldSz cx="9144000" cy="6858000" type="screen4x3"/>
  <p:notesSz cx="6858000" cy="9144000"/>
  <p:defaultTextStyle>
    <a:defPPr>
      <a:defRPr lang="en-US"/>
    </a:defPPr>
    <a:lvl1pPr marL="0" lvl="0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lvl="1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lvl="2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lvl="3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lvl="4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lvl="5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lvl="6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lvl="7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lvl="8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4C64CCA-BDD7-4C0F-B4B1-33BE5A3D7B80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4C64CCA-BDD7-4C0F-B4B1-33BE5A3D7B80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4C64CCA-BDD7-4C0F-B4B1-33BE5A3D7B80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4C64CCA-BDD7-4C0F-B4B1-33BE5A3D7B80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4C64CCA-BDD7-4C0F-B4B1-33BE5A3D7B80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4C64CCA-BDD7-4C0F-B4B1-33BE5A3D7B80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4C64CCA-BDD7-4C0F-B4B1-33BE5A3D7B80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4C64CCA-BDD7-4C0F-B4B1-33BE5A3D7B80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4C64CCA-BDD7-4C0F-B4B1-33BE5A3D7B80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4C64CCA-BDD7-4C0F-B4B1-33BE5A3D7B80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4C64CCA-BDD7-4C0F-B4B1-33BE5A3D7B80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4C64CCA-BDD7-4C0F-B4B1-33BE5A3D7B80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457200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Title 1"/>
          <p:cNvSpPr>
            <a:spLocks noGrp="1" noChangeArrowheads="1"/>
          </p:cNvSpPr>
          <p:nvPr>
            <p:ph type="ctrTitle"/>
          </p:nvPr>
        </p:nvSpPr>
        <p:spPr>
          <a:xfrm>
            <a:off x="685800" y="3429000"/>
            <a:ext cx="7772400" cy="14700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COMPUTER VISION IN HEALTHCARE</a:t>
            </a:r>
            <a:endParaRPr kumimoji="0" lang="en-US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051" name="Subtitle 2"/>
          <p:cNvSpPr>
            <a:spLocks noGrp="1"/>
          </p:cNvSpPr>
          <p:nvPr>
            <p:ph type="subTitle" idx="1"/>
          </p:nvPr>
        </p:nvSpPr>
        <p:spPr>
          <a:xfrm>
            <a:off x="1597025" y="5118100"/>
            <a:ext cx="6400800" cy="1752600"/>
          </a:xfrm>
          <a:ln/>
        </p:spPr>
        <p:txBody>
          <a:bodyPr vert="horz" wrap="square" lIns="91440" tIns="45720" rIns="91440" bIns="45720" anchor="t" anchorCtr="0"/>
          <a:p>
            <a:pPr defTabSz="457200" eaLnBrk="1" hangingPunct="1">
              <a:buClrTx/>
              <a:buSzTx/>
            </a:pPr>
            <a:r>
              <a:rPr lang="en-IN" altLang="x-none" sz="2200" kern="1200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NAME: RAJA RAJESHWARI M</a:t>
            </a:r>
            <a:endParaRPr lang="en-IN" altLang="x-none" sz="2200" kern="1200" dirty="0">
              <a:solidFill>
                <a:schemeClr val="accent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defTabSz="457200" eaLnBrk="1" hangingPunct="1">
              <a:buClrTx/>
              <a:buSzTx/>
            </a:pPr>
            <a:r>
              <a:rPr lang="en-IN" altLang="x-none" sz="2200" kern="1200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REG NO: 192421253</a:t>
            </a:r>
            <a:endParaRPr lang="en-IN" altLang="x-none" sz="2200" kern="1200" dirty="0">
              <a:solidFill>
                <a:schemeClr val="accent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defTabSz="457200" eaLnBrk="1" hangingPunct="1">
              <a:buClrTx/>
              <a:buSzTx/>
            </a:pPr>
            <a:r>
              <a:rPr lang="en-IN" altLang="x-none" sz="2200" kern="1200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COURSE CODE &amp; NAME: ITA0517 – COMPUTER VISION</a:t>
            </a:r>
            <a:endParaRPr lang="en-IN" altLang="x-none" sz="2200" kern="1200" dirty="0">
              <a:solidFill>
                <a:schemeClr val="accent2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  <p:pic>
        <p:nvPicPr>
          <p:cNvPr id="2052" name="Picture 1" descr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638" y="285750"/>
            <a:ext cx="8594725" cy="93345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865" y="1320564"/>
            <a:ext cx="6666270" cy="218709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en-US" dirty="0">
              <a:solidFill>
                <a:schemeClr val="tx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07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73025" y="1978025"/>
            <a:ext cx="4986338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Branch Of AI That Enables Computers To Understand Medical Images.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Assists Doctors In Diagnosis.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Improves Accuracy And Speed.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Reduces Human Error.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Used In Hospitals And Research.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1381" y="1861379"/>
            <a:ext cx="4011561" cy="313032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568325" y="292100"/>
            <a:ext cx="7772400" cy="1470025"/>
          </a:xfrm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  <a:buNone/>
            </a:pPr>
            <a:r>
              <a:rPr lang="en-IN" altLang="x-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 in Computer Vision for Healthcare</a:t>
            </a:r>
            <a:endParaRPr lang="en-IN" altLang="x-none" dirty="0">
              <a:solidFill>
                <a:srgbClr val="0070C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4125" y="1774825"/>
            <a:ext cx="6400800" cy="1752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OpenCV: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Image preprocessing and feature extraction. 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TensorFlow: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Develops AI models for medical image classification. 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I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PyTorch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Builds deep learning models for image analysis. 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CNN: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Detects and classifies diseases from medical images. 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DICOM: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Stores and transfers medical imaging data. 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Title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HOW COMPUTER VISION WORKS IN HEALTHCARE</a:t>
            </a:r>
            <a:endParaRPr kumimoji="0" lang="en-US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09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90513" y="2332038"/>
            <a:ext cx="3810000" cy="34099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 Image Acquisition (X-ray, MRI, CT).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Image Preprocessing.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 Feature Extraction.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 AI Disease Detection.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 Diagnosis Report.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0657" y="2073420"/>
            <a:ext cx="4006645" cy="338479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Title 1"/>
          <p:cNvSpPr>
            <a:spLocks noGrp="1"/>
          </p:cNvSpPr>
          <p:nvPr>
            <p:ph type="ctr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  <a:buNone/>
            </a:pPr>
            <a:endParaRPr lang="en-IN" altLang="x-non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IN" sz="3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148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Title 1"/>
          <p:cNvSpPr>
            <a:spLocks noGrp="1" noChangeArrowheads="1"/>
          </p:cNvSpPr>
          <p:nvPr>
            <p:ph type="title"/>
          </p:nvPr>
        </p:nvSpPr>
        <p:spPr>
          <a:xfrm>
            <a:off x="0" y="117475"/>
            <a:ext cx="82296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APPLICATIONS</a:t>
            </a:r>
            <a:endParaRPr kumimoji="0" lang="en-US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12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388938" y="1165225"/>
            <a:ext cx="82296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Cancer Detection: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Identifies 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tumors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and abnormal cells from medical images for early diagnosis.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Brain </a:t>
            </a:r>
            <a:r>
              <a:rPr kumimoji="0" lang="en-I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Tumor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Detection: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Detects and locates brain 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tumors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using MRI and CT scans. 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Diabetic Retinopathy Detection: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Examines retinal images to identify diabetes-related eye diseases. 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Fracture Detection: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Detects bone fractures quickly and accurately from X-ray images. 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Surgical Assistance: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Provides real-time image guidance to improve surgical precision. 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Patient Monitoring: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Tracks patient movements and vital conditions for continuous care. 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Telemedicine: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Enables remote diagnosis and consultation through AI-based medical image analysis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2309" y="1"/>
            <a:ext cx="2562647" cy="126032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Title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ADVANTAGES</a:t>
            </a:r>
            <a:endParaRPr kumimoji="0" lang="en-US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147" name="Content Placeholder 2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Faster Diagnosis: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Detects diseases quickly using AI.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High Accuracy: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Provides accurate analysis of medical images. 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Early Disease Detection: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Identifies diseases at an early stage. 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Reduces Human Error: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Minimizes mistakes in diagnosis.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Saves Doctors' Time: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Automates image analysis for faster decisions.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Better Patient Care: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Improves treatment quality and patient outcomes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CHALLENGES</a:t>
            </a:r>
            <a:endParaRPr kumimoji="0" lang="en-US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buFont typeface="Wingdings" panose="05000000000000000000" pitchFamily="2" charset="2"/>
              <a:buChar char="Ø"/>
            </a:pPr>
            <a:r>
              <a:rPr lang="en-IN" altLang="x-non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Large Datasets:</a:t>
            </a:r>
            <a:r>
              <a:rPr lang="en-IN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Needs a large amount of medical data for accurate training. </a:t>
            </a:r>
            <a:endParaRPr lang="en-IN" alt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IN" altLang="x-non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Implementation Cost:</a:t>
            </a:r>
            <a:r>
              <a:rPr lang="en-IN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expensive software, hardware, and maintenance. </a:t>
            </a:r>
            <a:endParaRPr lang="en-IN" alt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IN" altLang="x-non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Concerns:</a:t>
            </a:r>
            <a:r>
              <a:rPr lang="en-IN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Patient medical data must be protected from unauthorized access. </a:t>
            </a:r>
            <a:endParaRPr lang="en-IN" alt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IN" altLang="x-non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Powerful Hardware:</a:t>
            </a:r>
            <a:r>
              <a:rPr lang="en-IN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high-performance computers and GPUs for processing. </a:t>
            </a:r>
            <a:endParaRPr lang="en-IN" alt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IN" altLang="x-non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Image Quality:</a:t>
            </a:r>
            <a:r>
              <a:rPr lang="en-IN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Poor-quality images can reduce detection accuracy. </a:t>
            </a:r>
            <a:endParaRPr lang="en-IN" alt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IN" altLang="x-non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Issues:</a:t>
            </a:r>
            <a:r>
              <a:rPr lang="en-IN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decisions must be fair, transparent, and used responsibly. </a:t>
            </a:r>
            <a:endParaRPr lang="en-IN" altLang="x-none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195" name="Content Placeholder 2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Improves healthcare through AI.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Supports doctors, not replaces them.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Enhances diagnosis and treatment.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Future of smart healthcare.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2459</Words>
  <Application>WPS Presentation</Application>
  <PresentationFormat>On-screen Show (4:3)</PresentationFormat>
  <Paragraphs>66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SimSun</vt:lpstr>
      <vt:lpstr>Wingdings</vt:lpstr>
      <vt:lpstr>Calibri</vt:lpstr>
      <vt:lpstr>Times New Roman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 IN HEALTHCARE</dc:title>
  <dc:creator>RAJA RAJESHWARI M</dc:creator>
  <dc:description>generated using python-pptx</dc:description>
  <cp:lastModifiedBy>Rajeshwari Rajisha</cp:lastModifiedBy>
  <cp:revision>7</cp:revision>
  <dcterms:created xsi:type="dcterms:W3CDTF">2013-01-27T09:14:16Z</dcterms:created>
  <dcterms:modified xsi:type="dcterms:W3CDTF">2026-07-31T05:56:41Z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656FCE27D2B4458DA0D52CA702E15395_13</vt:lpwstr>
  </property>
  <property fmtid="{D5CDD505-2E9C-101B-9397-08002B2CF9AE}" pid="3" name="KSOProductBuildVer">
    <vt:lpwstr>1033-12.1.0.26880</vt:lpwstr>
  </property>
</Properties>
</file>